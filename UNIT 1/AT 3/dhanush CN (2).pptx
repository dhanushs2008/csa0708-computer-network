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Artificial Intelligence for Network Traffic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376602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CSA0708 - COMPUTER NETWORKS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20556-FC72-5854-8B33-362E3640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68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D27BE-12BA-704D-0D09-16957C4CA35D}"/>
              </a:ext>
            </a:extLst>
          </p:cNvPr>
          <p:cNvSpPr txBox="1"/>
          <p:nvPr/>
        </p:nvSpPr>
        <p:spPr>
          <a:xfrm>
            <a:off x="5192784" y="4844453"/>
            <a:ext cx="2902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 S</a:t>
            </a:r>
          </a:p>
          <a:p>
            <a:pPr algn="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192524317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0006A-1D7D-7212-8E57-EBF5C9500C85}"/>
              </a:ext>
            </a:extLst>
          </p:cNvPr>
          <p:cNvSpPr txBox="1"/>
          <p:nvPr/>
        </p:nvSpPr>
        <p:spPr>
          <a:xfrm>
            <a:off x="935372" y="4888003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Saraswathi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dirty="0"/>
              <a:t> </a:t>
            </a:r>
            <a:r>
              <a:rPr lang="en-IN" sz="2800" b="1" dirty="0"/>
              <a:t>Artificial Intelligence (AI)</a:t>
            </a:r>
            <a:r>
              <a:rPr lang="en-IN" sz="2800" dirty="0"/>
              <a:t> helps computer networks </a:t>
            </a:r>
            <a:r>
              <a:rPr lang="en-IN" sz="2600" dirty="0"/>
              <a:t>automatically</a:t>
            </a:r>
            <a:r>
              <a:rPr lang="en-IN" sz="2800" dirty="0"/>
              <a:t> monitor, </a:t>
            </a:r>
            <a:r>
              <a:rPr lang="en-IN" sz="2800" dirty="0" err="1"/>
              <a:t>analyze</a:t>
            </a:r>
            <a:r>
              <a:rPr lang="en-IN" sz="2800" dirty="0"/>
              <a:t>, and manage data traffic efficiently. </a:t>
            </a:r>
          </a:p>
          <a:p>
            <a:pPr lvl="0"/>
            <a:r>
              <a:rPr lang="en-IN" sz="2800" dirty="0"/>
              <a:t>AI predicts network congestion and selects the best routing path to improve communication speed and reliability. </a:t>
            </a:r>
          </a:p>
          <a:p>
            <a:pPr lvl="0"/>
            <a:r>
              <a:rPr lang="en-IN" sz="2800" dirty="0"/>
              <a:t>It reduces network delays, packet loss, and bandwidth wastage by making intelligent real-time decisions. </a:t>
            </a:r>
          </a:p>
          <a:p>
            <a:pPr lvl="0"/>
            <a:r>
              <a:rPr lang="en-IN" sz="2800" dirty="0"/>
              <a:t>AI detects abnormal traffic patterns, helping to identify cyber threats and prevent network failures. </a:t>
            </a:r>
          </a:p>
          <a:p>
            <a:pPr marL="0" lv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To improve network performance</a:t>
            </a:r>
            <a:r>
              <a:rPr lang="en-IN" dirty="0"/>
              <a:t> by optimizing traffic flow using Artificial Intelligence.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To reduce network congestion</a:t>
            </a:r>
            <a:r>
              <a:rPr lang="en-IN" dirty="0"/>
              <a:t> through intelligent traffic prediction and routing.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To minimize delays and packet loss</a:t>
            </a:r>
            <a:r>
              <a:rPr lang="en-IN" dirty="0"/>
              <a:t> for faster and more reliable communication.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To detect network anomalies and cyber threats</a:t>
            </a:r>
            <a:r>
              <a:rPr lang="en-IN" dirty="0"/>
              <a:t> using AI-based monitoring techniques.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/>
              <a:t>To enhance bandwidth utilization</a:t>
            </a:r>
            <a:r>
              <a:rPr lang="en-IN" dirty="0"/>
              <a:t> and ensure efficient use of network resources.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51AF8D-26BB-7ABC-3F0A-A88F279B5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5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5G Networks</a:t>
            </a:r>
            <a:r>
              <a:rPr lang="en-IN" dirty="0"/>
              <a:t> – Optimizes traffic for faster and stable communication. </a:t>
            </a:r>
          </a:p>
          <a:p>
            <a:pPr lvl="0"/>
            <a:r>
              <a:rPr lang="en-IN" b="1" dirty="0"/>
              <a:t>Cloud Computing</a:t>
            </a:r>
            <a:r>
              <a:rPr lang="en-IN" dirty="0"/>
              <a:t> – Balances network load across cloud servers. </a:t>
            </a:r>
          </a:p>
          <a:p>
            <a:pPr lvl="0"/>
            <a:r>
              <a:rPr lang="en-IN" b="1" dirty="0"/>
              <a:t>Data </a:t>
            </a:r>
            <a:r>
              <a:rPr lang="en-IN" b="1" dirty="0" err="1"/>
              <a:t>Centers</a:t>
            </a:r>
            <a:r>
              <a:rPr lang="en-IN" dirty="0"/>
              <a:t> – Improves resource allocation and reduces congestion. </a:t>
            </a:r>
          </a:p>
          <a:p>
            <a:pPr lvl="0"/>
            <a:r>
              <a:rPr lang="en-IN" b="1" dirty="0"/>
              <a:t>IoT Networks</a:t>
            </a:r>
            <a:r>
              <a:rPr lang="en-IN" dirty="0"/>
              <a:t> – Manages traffic from connected smart devices efficiently. </a:t>
            </a:r>
          </a:p>
          <a:p>
            <a:pPr lvl="0"/>
            <a:r>
              <a:rPr lang="en-IN" b="1" dirty="0"/>
              <a:t>Cybersecurity</a:t>
            </a:r>
            <a:r>
              <a:rPr lang="en-IN" dirty="0"/>
              <a:t> – Detects unusual traffic and prevents network attacks.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Artificial Intelligence makes network traffic management faster, smarter, and more efficient. </a:t>
            </a:r>
          </a:p>
          <a:p>
            <a:pPr lvl="0"/>
            <a:r>
              <a:rPr lang="en-IN" dirty="0"/>
              <a:t>It reduces congestion, delays, and packet loss while improving network performance. </a:t>
            </a:r>
          </a:p>
          <a:p>
            <a:pPr lvl="0"/>
            <a:r>
              <a:rPr lang="en-IN" dirty="0"/>
              <a:t>AI helps detect network problems and cyber threats in real time. </a:t>
            </a:r>
          </a:p>
          <a:p>
            <a:pPr lvl="0"/>
            <a:r>
              <a:rPr lang="en-IN" dirty="0"/>
              <a:t>It optimizes bandwidth usage and ensures reliable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255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Office Theme</vt:lpstr>
      <vt:lpstr>Artificial Intelligence for Network Traffic Management</vt:lpstr>
      <vt:lpstr>INTRODUCTION</vt:lpstr>
      <vt:lpstr>OBJECTIVES</vt:lpstr>
      <vt:lpstr>PowerPoint Presentation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Reddy Gajulapalli</dc:creator>
  <cp:keywords/>
  <dc:description>generated using python-pptx</dc:description>
  <cp:lastModifiedBy>Karthik Reddy Gajulapalli</cp:lastModifiedBy>
  <cp:revision>3</cp:revision>
  <dcterms:created xsi:type="dcterms:W3CDTF">2013-01-27T09:14:16Z</dcterms:created>
  <dcterms:modified xsi:type="dcterms:W3CDTF">2026-08-01T08:02:23Z</dcterms:modified>
  <cp:category/>
</cp:coreProperties>
</file>